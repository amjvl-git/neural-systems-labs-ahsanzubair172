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08705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2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0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3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1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2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5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9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95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62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46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26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30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16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4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6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Fashion-MNIST Classification using ANN, CNN and ResNet-20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Student ID: P2928712</a:t>
            </a:r>
          </a:p>
          <a:p>
            <a:r>
              <a:rPr dirty="0"/>
              <a:t>Course: Neural </a:t>
            </a:r>
            <a:r>
              <a:rPr lang="en-US" dirty="0"/>
              <a:t>System</a:t>
            </a:r>
            <a:endParaRPr dirty="0"/>
          </a:p>
          <a:p>
            <a:r>
              <a:rPr dirty="0"/>
              <a:t>Date: November 2025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r>
              <a:t>Fashion-MNIST dataset used for image classification of 10 fashion categories.</a:t>
            </a:r>
          </a:p>
          <a:p>
            <a:r>
              <a:t>Project explores Artificial Neural Network (ANN), Convolutional Neural Network (CNN), and ResNet-20.</a:t>
            </a:r>
          </a:p>
          <a:p>
            <a:r>
              <a:t>Aim: to compare model performance and demonstrate improvements using modern deep learning techniques.</a:t>
            </a:r>
          </a:p>
          <a:p>
            <a:r>
              <a:t>Motivation: Understand impact of network depth and architecture on classification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/>
          </a:p>
          <a:p>
            <a:r>
              <a:t>Implement and compare ANN, CNN, and ResNet-20 architectures on Fashion-MNIST dataset.</a:t>
            </a:r>
          </a:p>
          <a:p>
            <a:r>
              <a:t>Analyze classification performance using accuracy and confusion matrices.</a:t>
            </a:r>
          </a:p>
          <a:p>
            <a:r>
              <a:t>Identify strengths and weaknesses of each model.</a:t>
            </a:r>
          </a:p>
          <a:p>
            <a:r>
              <a:t>Apply optimization and regularization methods to improve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/>
          </a:p>
          <a:p>
            <a:r>
              <a:t>Framework: PyTorch used for model building, training, and evaluation.</a:t>
            </a:r>
          </a:p>
          <a:p>
            <a:r>
              <a:t>Data normalized and split into training, validation, and test sets.</a:t>
            </a:r>
          </a:p>
          <a:p>
            <a:r>
              <a:t>Three architectures implemented: ANN, CNN, and ResNet-20.</a:t>
            </a:r>
          </a:p>
          <a:p>
            <a:r>
              <a:t>Evaluation: accuracy, loss curves, and confusion matrices used for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/ Materials /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r>
              <a:t>Dataset: Fashion-MNIST – 60,000 training and 10,000 test grayscale images (28×28 pixels).</a:t>
            </a:r>
          </a:p>
          <a:p>
            <a:r>
              <a:t>10 clothing categories: T-shirt, trouser, pullover, dress, coat, sandal, shirt, sneaker, bag, and ankle boot.</a:t>
            </a:r>
          </a:p>
          <a:p>
            <a:r>
              <a:t>Data preprocessing: normalization of pixel values to range [0,1].</a:t>
            </a:r>
          </a:p>
          <a:p>
            <a:r>
              <a:t>Training/validation/test split ensures unbiased performance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r>
              <a:t>ANN: Multi-layer perceptron with ReLU activations and dropout for regularization.</a:t>
            </a:r>
          </a:p>
          <a:p>
            <a:r>
              <a:t>CNN: Convolutional + pooling layers capturing spatial hierarchies of features.</a:t>
            </a:r>
          </a:p>
          <a:p>
            <a:r>
              <a:t>ResNet-20: Residual connections enable deeper network training and gradient flow.</a:t>
            </a:r>
          </a:p>
          <a:p>
            <a:r>
              <a:t>Training: Adam optimizer, cross-entropy loss, and early stopping applied.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 dirty="0"/>
          </a:p>
          <a:p>
            <a:r>
              <a:rPr dirty="0"/>
              <a:t>ANN achieved ~</a:t>
            </a:r>
            <a:r>
              <a:rPr lang="en-US" dirty="0"/>
              <a:t>90</a:t>
            </a:r>
            <a:r>
              <a:rPr dirty="0"/>
              <a:t>% test accuracy after tuning hidden layers and dropout.</a:t>
            </a:r>
          </a:p>
          <a:p>
            <a:r>
              <a:rPr dirty="0"/>
              <a:t>CNN improved performance to ~91% accuracy with better feature extraction.</a:t>
            </a:r>
          </a:p>
          <a:p>
            <a:r>
              <a:rPr dirty="0"/>
              <a:t>ResNet-20 achieved ~</a:t>
            </a:r>
            <a:r>
              <a:rPr lang="en-US" dirty="0"/>
              <a:t>93</a:t>
            </a:r>
            <a:r>
              <a:rPr dirty="0"/>
              <a:t>% accuracy demonstrating superior generalization.</a:t>
            </a:r>
          </a:p>
          <a:p>
            <a:r>
              <a:rPr dirty="0"/>
              <a:t>Confusion matrices show improved class separation for complex items (e.g., shirt vs. coat).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/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r>
              <a:t>CNN and ResNet architectures outperform ANN due to spatial feature extraction.</a:t>
            </a:r>
          </a:p>
          <a:p>
            <a:r>
              <a:t>Deeper networks benefit from skip connections reducing vanishing gradient issues.</a:t>
            </a:r>
          </a:p>
          <a:p>
            <a:r>
              <a:t>Model errors concentrated in visually similar categories (shirt, coat, pullover).</a:t>
            </a:r>
          </a:p>
          <a:p>
            <a:r>
              <a:t>Training visualization and learning curves confirmed stable convergence.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r>
              <a:t>Successfully implemented and compared three architectures for Fashion-MNIST classification.</a:t>
            </a:r>
          </a:p>
          <a:p>
            <a:r>
              <a:t>ResNet-20 achieved best accuracy and robustness among tested models.</a:t>
            </a:r>
          </a:p>
          <a:p>
            <a:r>
              <a:t>Demonstrated clear improvements from ANN → CNN → ResNet through deeper and optimized designs.</a:t>
            </a:r>
          </a:p>
          <a:p>
            <a:r>
              <a:t>Work highlights value of architecture depth and regularization in image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/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 dirty="0"/>
          </a:p>
          <a:p>
            <a:r>
              <a:rPr dirty="0"/>
              <a:t>Explore advanced augmentation methods such as </a:t>
            </a:r>
            <a:r>
              <a:rPr dirty="0" err="1"/>
              <a:t>CutMix</a:t>
            </a:r>
            <a:r>
              <a:rPr dirty="0"/>
              <a:t> and </a:t>
            </a:r>
            <a:r>
              <a:rPr dirty="0" err="1"/>
              <a:t>MixUp</a:t>
            </a:r>
            <a:r>
              <a:rPr dirty="0"/>
              <a:t> for further improvement.</a:t>
            </a:r>
          </a:p>
          <a:p>
            <a:r>
              <a:rPr dirty="0"/>
              <a:t>Experiment with transfer learning using pretrained models (e.g., ResNet-50).</a:t>
            </a:r>
          </a:p>
          <a:p>
            <a:r>
              <a:rPr dirty="0"/>
              <a:t>Optimize hyperparameters using learning rate scheduling and weight decay.</a:t>
            </a:r>
          </a:p>
          <a:p>
            <a:r>
              <a:rPr dirty="0"/>
              <a:t>Acknowledgment: </a:t>
            </a:r>
            <a:r>
              <a:rPr dirty="0" err="1"/>
              <a:t>PyTorch</a:t>
            </a:r>
            <a:r>
              <a:rPr lang="en-US" dirty="0"/>
              <a:t>, TensorFlow</a:t>
            </a:r>
            <a:r>
              <a:rPr dirty="0"/>
              <a:t>, </a:t>
            </a:r>
            <a:r>
              <a:rPr dirty="0" err="1"/>
              <a:t>torchvision,</a:t>
            </a:r>
            <a:r>
              <a:rPr lang="en-US" dirty="0" err="1"/>
              <a:t>Keras</a:t>
            </a:r>
            <a:r>
              <a:rPr lang="en-US" dirty="0"/>
              <a:t>,</a:t>
            </a:r>
            <a:r>
              <a:rPr dirty="0"/>
              <a:t> and open-source resources.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</TotalTime>
  <Words>506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Fashion-MNIST Classification using ANN, CNN and ResNet-20</vt:lpstr>
      <vt:lpstr>Introduction</vt:lpstr>
      <vt:lpstr>Objectives</vt:lpstr>
      <vt:lpstr>Methodology / Approach</vt:lpstr>
      <vt:lpstr>Data / Materials / Inputs</vt:lpstr>
      <vt:lpstr>Implementation / Process</vt:lpstr>
      <vt:lpstr>Results / Findings</vt:lpstr>
      <vt:lpstr>Discussion / Interpretation</vt:lpstr>
      <vt:lpstr>Conclusion / Summary</vt:lpstr>
      <vt:lpstr>Future Work /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Mohsin Zubair</cp:lastModifiedBy>
  <cp:revision>5</cp:revision>
  <dcterms:created xsi:type="dcterms:W3CDTF">2013-01-27T09:14:16Z</dcterms:created>
  <dcterms:modified xsi:type="dcterms:W3CDTF">2025-11-04T20:20:28Z</dcterms:modified>
  <cp:category/>
</cp:coreProperties>
</file>